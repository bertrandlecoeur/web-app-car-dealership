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0" r:id="rId6"/>
    <p:sldId id="257" r:id="rId7"/>
    <p:sldId id="286" r:id="rId8"/>
    <p:sldId id="288" r:id="rId9"/>
    <p:sldId id="289" r:id="rId10"/>
    <p:sldId id="287" r:id="rId11"/>
    <p:sldId id="290" r:id="rId12"/>
    <p:sldId id="291" r:id="rId13"/>
    <p:sldId id="292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7" y="4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4/22/2024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4/22/2024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395728"/>
            <a:ext cx="8493534" cy="1243584"/>
          </a:xfrm>
        </p:spPr>
        <p:txBody>
          <a:bodyPr/>
          <a:lstStyle/>
          <a:p>
            <a:r>
              <a:rPr lang="en-US" dirty="0"/>
              <a:t>AUTO EXCELLENCE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7"/>
            <a:ext cx="7077456" cy="281465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Projet</a:t>
            </a:r>
            <a:r>
              <a:rPr lang="en-US" dirty="0"/>
              <a:t> dev web ING1 MF1 </a:t>
            </a:r>
            <a:r>
              <a:rPr lang="en-US" dirty="0" err="1"/>
              <a:t>Semestre</a:t>
            </a:r>
            <a:r>
              <a:rPr lang="en-US" dirty="0"/>
              <a:t>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Droin Charlotte</a:t>
            </a:r>
          </a:p>
          <a:p>
            <a:pPr marL="0" indent="0">
              <a:buNone/>
            </a:pPr>
            <a:r>
              <a:rPr lang="en-US" dirty="0"/>
              <a:t>Ducasse Clément</a:t>
            </a:r>
          </a:p>
          <a:p>
            <a:pPr marL="0" indent="0">
              <a:buNone/>
            </a:pPr>
            <a:r>
              <a:rPr lang="en-US" dirty="0"/>
              <a:t>Kem Nathan</a:t>
            </a:r>
          </a:p>
          <a:p>
            <a:pPr marL="0" indent="0">
              <a:buNone/>
            </a:pPr>
            <a:r>
              <a:rPr lang="en-US" dirty="0" err="1"/>
              <a:t>Lecoeur</a:t>
            </a:r>
            <a:r>
              <a:rPr lang="en-US" dirty="0"/>
              <a:t> Bertrand</a:t>
            </a:r>
          </a:p>
          <a:p>
            <a:pPr marL="0" indent="0">
              <a:buNone/>
            </a:pPr>
            <a:r>
              <a:rPr lang="en-US" dirty="0"/>
              <a:t>Royer Alessio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38" y="1142434"/>
            <a:ext cx="6803136" cy="3124765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err="1"/>
              <a:t>Thème</a:t>
            </a:r>
            <a:r>
              <a:rPr lang="en-US" sz="3200" dirty="0"/>
              <a:t>: Les </a:t>
            </a:r>
            <a:r>
              <a:rPr lang="en-US" sz="3200" dirty="0" err="1"/>
              <a:t>voitures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 err="1"/>
              <a:t>Catégories</a:t>
            </a:r>
            <a:r>
              <a:rPr lang="en-US" sz="3200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sz="3200" dirty="0" err="1"/>
              <a:t>Voitures</a:t>
            </a:r>
            <a:r>
              <a:rPr lang="en-US" sz="3200" dirty="0"/>
              <a:t> </a:t>
            </a:r>
            <a:r>
              <a:rPr lang="en-US" sz="3200" dirty="0" err="1"/>
              <a:t>citadines</a:t>
            </a:r>
            <a:endParaRPr lang="en-US" sz="3200" dirty="0"/>
          </a:p>
          <a:p>
            <a:pPr marL="285750" indent="-285750">
              <a:buFontTx/>
              <a:buChar char="-"/>
            </a:pPr>
            <a:r>
              <a:rPr lang="en-US" sz="3200" dirty="0" err="1"/>
              <a:t>Voitures</a:t>
            </a:r>
            <a:r>
              <a:rPr lang="en-US" sz="3200" dirty="0"/>
              <a:t> </a:t>
            </a:r>
            <a:r>
              <a:rPr lang="en-US" sz="3200" dirty="0" err="1"/>
              <a:t>berlines</a:t>
            </a:r>
            <a:endParaRPr lang="en-US" sz="3200" dirty="0"/>
          </a:p>
          <a:p>
            <a:r>
              <a:rPr lang="en-US" sz="3200" dirty="0"/>
              <a:t>- </a:t>
            </a:r>
            <a:r>
              <a:rPr lang="en-US" sz="3200" dirty="0" err="1"/>
              <a:t>Voitures</a:t>
            </a:r>
            <a:r>
              <a:rPr lang="en-US" sz="3200" dirty="0"/>
              <a:t> SUV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95189F-9D97-4C58-8FDB-49B52DD30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689" y="1736222"/>
            <a:ext cx="5354461" cy="338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726" y="81844"/>
            <a:ext cx="7781544" cy="859055"/>
          </a:xfrm>
        </p:spPr>
        <p:txBody>
          <a:bodyPr/>
          <a:lstStyle/>
          <a:p>
            <a:r>
              <a:rPr lang="en-US" dirty="0"/>
              <a:t>Page </a:t>
            </a:r>
            <a:r>
              <a:rPr lang="en-US" dirty="0" err="1"/>
              <a:t>d’accueil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AF318E-D5B0-4C47-8887-5905FC262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55" y="1088959"/>
            <a:ext cx="8436321" cy="559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82" y="251178"/>
            <a:ext cx="7781544" cy="859055"/>
          </a:xfrm>
        </p:spPr>
        <p:txBody>
          <a:bodyPr/>
          <a:lstStyle/>
          <a:p>
            <a:r>
              <a:rPr lang="en-US" dirty="0" err="1"/>
              <a:t>Voitures</a:t>
            </a:r>
            <a:r>
              <a:rPr lang="en-US" dirty="0"/>
              <a:t> </a:t>
            </a:r>
            <a:r>
              <a:rPr lang="en-US" dirty="0" err="1"/>
              <a:t>citadines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1C3F05-889E-4AC1-AF22-5A36F2434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498" y="1110233"/>
            <a:ext cx="7901004" cy="554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6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82" y="251178"/>
            <a:ext cx="7781544" cy="859055"/>
          </a:xfrm>
        </p:spPr>
        <p:txBody>
          <a:bodyPr/>
          <a:lstStyle/>
          <a:p>
            <a:r>
              <a:rPr lang="en-US" dirty="0" err="1"/>
              <a:t>Voitures</a:t>
            </a:r>
            <a:r>
              <a:rPr lang="en-US" dirty="0"/>
              <a:t> </a:t>
            </a:r>
            <a:r>
              <a:rPr lang="en-US" dirty="0" err="1"/>
              <a:t>berlines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C438FC-2DA1-4A6B-994E-F928C64AE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093" y="1051706"/>
            <a:ext cx="7963814" cy="555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4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82" y="251178"/>
            <a:ext cx="7781544" cy="859055"/>
          </a:xfrm>
        </p:spPr>
        <p:txBody>
          <a:bodyPr/>
          <a:lstStyle/>
          <a:p>
            <a:r>
              <a:rPr lang="en-US" dirty="0" err="1"/>
              <a:t>Voitures</a:t>
            </a:r>
            <a:r>
              <a:rPr lang="en-US" dirty="0"/>
              <a:t> SUV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5DF9F1-B21B-48E7-947F-9ABF5C396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734" y="1041767"/>
            <a:ext cx="8066531" cy="563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1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25" y="296334"/>
            <a:ext cx="8910207" cy="859055"/>
          </a:xfrm>
        </p:spPr>
        <p:txBody>
          <a:bodyPr>
            <a:noAutofit/>
          </a:bodyPr>
          <a:lstStyle/>
          <a:p>
            <a:r>
              <a:rPr lang="en-US" sz="3600" dirty="0"/>
              <a:t>Pour </a:t>
            </a:r>
            <a:r>
              <a:rPr lang="en-US" sz="3600" dirty="0" err="1"/>
              <a:t>envoyer</a:t>
            </a:r>
            <a:r>
              <a:rPr lang="en-US" sz="3600" dirty="0"/>
              <a:t> un message à </a:t>
            </a:r>
            <a:r>
              <a:rPr lang="en-US" sz="3600" dirty="0" err="1"/>
              <a:t>l’entreprise</a:t>
            </a:r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BA8ABE-0182-4E4D-B433-E75EA92DA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44" y="1269652"/>
            <a:ext cx="9171112" cy="529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9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82" y="330200"/>
            <a:ext cx="11108718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Se connecter au </a:t>
            </a:r>
            <a:r>
              <a:rPr lang="en-US" dirty="0" err="1"/>
              <a:t>compte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s’inscrire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0224B0-64AA-46BF-9EC7-DAFCFA6D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315" y="1236197"/>
            <a:ext cx="8915852" cy="529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5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19756"/>
            <a:ext cx="10826750" cy="859055"/>
          </a:xfrm>
        </p:spPr>
        <p:txBody>
          <a:bodyPr>
            <a:noAutofit/>
          </a:bodyPr>
          <a:lstStyle/>
          <a:p>
            <a:r>
              <a:rPr lang="en-US" sz="3600" dirty="0"/>
              <a:t>Panier </a:t>
            </a:r>
            <a:r>
              <a:rPr lang="en-US" sz="3600" dirty="0" err="1"/>
              <a:t>d’une</a:t>
            </a:r>
            <a:r>
              <a:rPr lang="en-US" sz="3600" dirty="0"/>
              <a:t> </a:t>
            </a:r>
            <a:r>
              <a:rPr lang="en-US" sz="3600" dirty="0" err="1"/>
              <a:t>personne</a:t>
            </a:r>
            <a:r>
              <a:rPr lang="en-US" sz="3600" dirty="0"/>
              <a:t> </a:t>
            </a:r>
            <a:r>
              <a:rPr lang="en-US" sz="3600" dirty="0" err="1"/>
              <a:t>connectée</a:t>
            </a:r>
            <a:r>
              <a:rPr lang="en-US" sz="3600" dirty="0"/>
              <a:t> à son </a:t>
            </a:r>
            <a:r>
              <a:rPr lang="en-US" sz="3600" dirty="0" err="1"/>
              <a:t>compte</a:t>
            </a:r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7F87C3-6A20-4824-B485-0BC0B218E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67" y="988674"/>
            <a:ext cx="9939266" cy="569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0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593" y="273756"/>
            <a:ext cx="7781544" cy="859055"/>
          </a:xfrm>
        </p:spPr>
        <p:txBody>
          <a:bodyPr/>
          <a:lstStyle/>
          <a:p>
            <a:r>
              <a:rPr lang="en-US" dirty="0" err="1"/>
              <a:t>Procéder</a:t>
            </a:r>
            <a:r>
              <a:rPr lang="en-US" dirty="0"/>
              <a:t> au </a:t>
            </a:r>
            <a:r>
              <a:rPr lang="en-US" dirty="0" err="1"/>
              <a:t>paiement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640EA-2799-4DEA-BC5B-63DF3E435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723033"/>
            <a:ext cx="9550400" cy="387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2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60" y="194733"/>
            <a:ext cx="7781544" cy="859055"/>
          </a:xfrm>
        </p:spPr>
        <p:txBody>
          <a:bodyPr/>
          <a:lstStyle/>
          <a:p>
            <a:r>
              <a:rPr lang="en-US" dirty="0"/>
              <a:t>Facture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7CDF7-0BF5-4681-A41F-ED1A38D58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443" y="1053788"/>
            <a:ext cx="6577113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4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71af3243-3dd4-4a8d-8c0d-dd76da1f02a5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73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Tahoma</vt:lpstr>
      <vt:lpstr>Trade Gothic LT Pro</vt:lpstr>
      <vt:lpstr>Trebuchet MS</vt:lpstr>
      <vt:lpstr>Office Theme</vt:lpstr>
      <vt:lpstr>AUTO EXCELLENCE</vt:lpstr>
      <vt:lpstr>PowerPoint Presentation</vt:lpstr>
      <vt:lpstr>Page d’accueil</vt:lpstr>
      <vt:lpstr>Voitures citadines</vt:lpstr>
      <vt:lpstr>Voitures berlines</vt:lpstr>
      <vt:lpstr>Voitures SUV</vt:lpstr>
      <vt:lpstr>Pour envoyer un message à l’entreprise</vt:lpstr>
      <vt:lpstr>Se connecter au compte ou s’inscrire</vt:lpstr>
      <vt:lpstr>Panier d’une personne connectée à son compte</vt:lpstr>
      <vt:lpstr>Procéder au paiement</vt:lpstr>
      <vt:lpstr>Facture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2024-04-22T13:22:26Z</dcterms:created>
  <dcterms:modified xsi:type="dcterms:W3CDTF">2024-04-22T13:52:20Z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